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ortada">
    <p:spTree>
      <p:nvGrpSpPr>
        <p:cNvPr id="1" name=""/>
        <p:cNvGrpSpPr/>
        <p:nvPr/>
      </p:nvGrpSpPr>
      <p:grpSpPr/>
      <p:pic>
        <p:nvPicPr>
          <p:cNvPr id="2" name="Picture 1" descr="wide_professional_corporate_presentation_slide_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"/>
            <a:ext cx="12191999" cy="9144"/>
          </a:xfrm>
          <a:prstGeom prst="rect">
            <a:avLst/>
          </a:prstGeom>
          <a:solidFill>
            <a:srgbClr val="E6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oliss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2463" y="73152"/>
            <a:ext cx="1874519" cy="6248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897880" y="73152"/>
            <a:ext cx="9144" cy="502920"/>
          </a:xfrm>
          <a:prstGeom prst="rect">
            <a:avLst/>
          </a:prstGeom>
          <a:solidFill>
            <a:srgbClr val="A5A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eedio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00584"/>
            <a:ext cx="1508760" cy="6537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esumen ejecutivo">
    <p:spTree>
      <p:nvGrpSpPr>
        <p:cNvPr id="1" name=""/>
        <p:cNvGrpSpPr/>
        <p:nvPr/>
      </p:nvGrpSpPr>
      <p:grpSpPr/>
      <p:pic>
        <p:nvPicPr>
          <p:cNvPr id="2" name="Picture 1" descr="a_clean_corporate_presentation_slide_design_wide_2_batc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"/>
            <a:ext cx="12191999" cy="9144"/>
          </a:xfrm>
          <a:prstGeom prst="rect">
            <a:avLst/>
          </a:prstGeom>
          <a:solidFill>
            <a:srgbClr val="E6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oliss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2463" y="73152"/>
            <a:ext cx="1874519" cy="6248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897880" y="73152"/>
            <a:ext cx="9144" cy="502920"/>
          </a:xfrm>
          <a:prstGeom prst="rect">
            <a:avLst/>
          </a:prstGeom>
          <a:solidFill>
            <a:srgbClr val="A5A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eedio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00584"/>
            <a:ext cx="1508760" cy="6537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Arquitectura técnica P0">
    <p:spTree>
      <p:nvGrpSpPr>
        <p:cNvPr id="1" name=""/>
        <p:cNvGrpSpPr/>
        <p:nvPr/>
      </p:nvGrpSpPr>
      <p:grpSpPr/>
      <p:pic>
        <p:nvPicPr>
          <p:cNvPr id="2" name="Picture 1" descr="a_clean_corporate_slide_infographic_layout_presen_3_batch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"/>
            <a:ext cx="12191999" cy="9144"/>
          </a:xfrm>
          <a:prstGeom prst="rect">
            <a:avLst/>
          </a:prstGeom>
          <a:solidFill>
            <a:srgbClr val="E6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oliss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2463" y="73152"/>
            <a:ext cx="1874519" cy="6248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897880" y="73152"/>
            <a:ext cx="9144" cy="502920"/>
          </a:xfrm>
          <a:prstGeom prst="rect">
            <a:avLst/>
          </a:prstGeom>
          <a:solidFill>
            <a:srgbClr val="A5A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eedio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00584"/>
            <a:ext cx="1508760" cy="6537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Journey + Economics">
    <p:spTree>
      <p:nvGrpSpPr>
        <p:cNvPr id="1" name=""/>
        <p:cNvGrpSpPr/>
        <p:nvPr/>
      </p:nvGrpSpPr>
      <p:grpSpPr/>
      <p:pic>
        <p:nvPicPr>
          <p:cNvPr id="2" name="Picture 1" descr="wide_corporate_presentation_slide_infographic_with_4_batch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"/>
            <a:ext cx="12191999" cy="9144"/>
          </a:xfrm>
          <a:prstGeom prst="rect">
            <a:avLst/>
          </a:prstGeom>
          <a:solidFill>
            <a:srgbClr val="E6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oliss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2463" y="73152"/>
            <a:ext cx="1874519" cy="6248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897880" y="73152"/>
            <a:ext cx="9144" cy="502920"/>
          </a:xfrm>
          <a:prstGeom prst="rect">
            <a:avLst/>
          </a:prstGeom>
          <a:solidFill>
            <a:srgbClr val="A5A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eedio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00584"/>
            <a:ext cx="1508760" cy="6537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oadmap">
    <p:spTree>
      <p:nvGrpSpPr>
        <p:cNvPr id="1" name=""/>
        <p:cNvGrpSpPr/>
        <p:nvPr/>
      </p:nvGrpSpPr>
      <p:grpSpPr/>
      <p:pic>
        <p:nvPicPr>
          <p:cNvPr id="2" name="Picture 1" descr="a_clean_corporate_presentation_slide_infographic_5_batch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"/>
            <a:ext cx="12191999" cy="9144"/>
          </a:xfrm>
          <a:prstGeom prst="rect">
            <a:avLst/>
          </a:prstGeom>
          <a:solidFill>
            <a:srgbClr val="E6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oliss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2463" y="73152"/>
            <a:ext cx="1874519" cy="6248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897880" y="73152"/>
            <a:ext cx="9144" cy="502920"/>
          </a:xfrm>
          <a:prstGeom prst="rect">
            <a:avLst/>
          </a:prstGeom>
          <a:solidFill>
            <a:srgbClr val="A5A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eedio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00584"/>
            <a:ext cx="1508760" cy="6537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asos de uso derivados">
    <p:spTree>
      <p:nvGrpSpPr>
        <p:cNvPr id="1" name=""/>
        <p:cNvGrpSpPr/>
        <p:nvPr/>
      </p:nvGrpSpPr>
      <p:grpSpPr/>
      <p:pic>
        <p:nvPicPr>
          <p:cNvPr id="2" name="Picture 1" descr="a_wide_corporate_presentation_slide_infographic_6_batch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"/>
            <a:ext cx="12191999" cy="9144"/>
          </a:xfrm>
          <a:prstGeom prst="rect">
            <a:avLst/>
          </a:prstGeom>
          <a:solidFill>
            <a:srgbClr val="E6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oliss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2463" y="73152"/>
            <a:ext cx="1874519" cy="6248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897880" y="73152"/>
            <a:ext cx="9144" cy="502920"/>
          </a:xfrm>
          <a:prstGeom prst="rect">
            <a:avLst/>
          </a:prstGeom>
          <a:solidFill>
            <a:srgbClr val="A5A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eedio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00584"/>
            <a:ext cx="1508760" cy="6537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Gestión del cambio">
    <p:spTree>
      <p:nvGrpSpPr>
        <p:cNvPr id="1" name=""/>
        <p:cNvGrpSpPr/>
        <p:nvPr/>
      </p:nvGrpSpPr>
      <p:grpSpPr/>
      <p:pic>
        <p:nvPicPr>
          <p:cNvPr id="2" name="Picture 1" descr="a_clean_corporate_presentation_slide_infographic_7_batch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"/>
            <a:ext cx="12191999" cy="9144"/>
          </a:xfrm>
          <a:prstGeom prst="rect">
            <a:avLst/>
          </a:prstGeom>
          <a:solidFill>
            <a:srgbClr val="E6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oliss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2463" y="73152"/>
            <a:ext cx="1874519" cy="6248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897880" y="73152"/>
            <a:ext cx="9144" cy="502920"/>
          </a:xfrm>
          <a:prstGeom prst="rect">
            <a:avLst/>
          </a:prstGeom>
          <a:solidFill>
            <a:srgbClr val="A5A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eedio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00584"/>
            <a:ext cx="1508760" cy="6537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óximos pasos">
    <p:spTree>
      <p:nvGrpSpPr>
        <p:cNvPr id="1" name=""/>
        <p:cNvGrpSpPr/>
        <p:nvPr/>
      </p:nvGrpSpPr>
      <p:grpSpPr/>
      <p:pic>
        <p:nvPicPr>
          <p:cNvPr id="2" name="Picture 1" descr="a_clean_corporate_presentation_slide_infographic_8_batch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"/>
            <a:ext cx="12191999" cy="9144"/>
          </a:xfrm>
          <a:prstGeom prst="rect">
            <a:avLst/>
          </a:prstGeom>
          <a:solidFill>
            <a:srgbClr val="E6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oliss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2463" y="73152"/>
            <a:ext cx="1874519" cy="6248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897880" y="73152"/>
            <a:ext cx="9144" cy="502920"/>
          </a:xfrm>
          <a:prstGeom prst="rect">
            <a:avLst/>
          </a:prstGeom>
          <a:solidFill>
            <a:srgbClr val="A5A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eedio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00584"/>
            <a:ext cx="1508760" cy="6537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